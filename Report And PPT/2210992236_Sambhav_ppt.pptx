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PYNpEdVT0+xUDxkTHdFJdPcKC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fa2b13680_0_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fa2b13680_0_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fa2b13680_0_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fa2b13680_0_1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fa2b13680_0_1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fa2b13680_0_1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fa2b13680_0_2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fa2b13680_0_2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fa2b13680_0_3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fa2b13680_0_3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fa2b13680_0_3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fa2b13680_0_3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fa2b13680_0_4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fa2b13680_0_4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fa2b13680_0_5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fa2b13680_0_5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a2b13680_0_5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fa2b13680_0_5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fa2b13680_0_6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fa2b13680_0_6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fa2b13680_0_7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fa2b13680_0_7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TaskMaster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Sambhav Gupta (2210992236)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Yash Kochar (2210992556)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Mr. Ashish Kumar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TaskMaster is a web-based student task and assignment management system.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platform helps students manage assignments, projects, exams, and deadlines efficiently.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project was developed using React, Vite, Tailwind CSS, and Supabase.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application focuses on simplicity, accessibility, and productivity.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fa2b13680_0_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dfa2b13680_0_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dfa2b13680_0_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Students often struggle to manage multiple academic tasks simultaneously.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Traditional planners are difficult to maintain and update regularly.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Generic task management tools do not provide academic-specific categorization.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Missed deadlines and poor organization negatively impact student performance.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fa2b13680_0_1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dfa2b13680_0_1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dfa2b13680_0_1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To provide a centralized platform for academic task management.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To allow students to create, edit, prioritize, and track tasks.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To improve productivity through reminders and analytics.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To build a secure and scalable application using modern technologies.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fa2b13680_0_1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dfa2b13680_0_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dfa2b13680_0_1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Frontend: React.js with Vite for fast rendering and development.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Styling: Tailwind CSS and shadcn/ui for responsive UI design.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Backend &amp; Database: Supabase with PostgreSQL.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Authentication: Supabase Auth with secure login system.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State Management: TanStack Query for caching and synchronization.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fa2b13680_0_24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g3dfa2b13680_0_2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dfa2b13680_0_24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application follows a client-server architecture.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React frontend communicates securely with Supabase backend services.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Supabase manages authentication, database operations, and real-time updates.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HTTPS and JWT tokens are used for secure communication.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fa2b13680_0_3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dfa2b13680_0_3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dfa2b13680_0_3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A one-to-many relationship exists between users and tasks.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Each task is uniquely identified using UUIDs.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database stores task details such as title, priority, category, and deadline.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Row-Level Security ensures that users access only their own data.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a2b13680_0_3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g3dfa2b13680_0_3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dfa2b13680_0_3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User Authentication and Secure Login.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Task Creation, Editing, Updating, and Deletion.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Priority and Category-based Task Organization.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Deadline Tracking and Automated Notifications.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Dashboard Analytics and Progress Monitoring.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fa2b13680_0_45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Reminder System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g3dfa2b13680_0_4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dfa2b13680_0_45"/>
          <p:cNvSpPr txBox="1"/>
          <p:nvPr/>
        </p:nvSpPr>
        <p:spPr>
          <a:xfrm>
            <a:off x="164000" y="1240775"/>
            <a:ext cx="8838600" cy="4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reminder system is implemented using PostgreSQL pg_cron.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system checks upcoming deadlines every day.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Email notifications are automatically sent to students.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SMTP services are used for reliable email delivery.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fa2b13680_0_5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Modules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dfa2b13680_0_5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dfa2b13680_0_5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Authentication Module for login and session management.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Task Management Module for CRUD operations.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Analytics Dashboard for visualizing completed and pending tasks.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Notification Module for email reminders and alerts.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fa2b13680_0_5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and Results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g3dfa2b13680_0_5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dfa2b13680_0_5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application provides fast page loading using Vite optimization.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Optimistic UI updates ensure smooth user interaction.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Responsive design allows usage across desktop and mobile devices.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Testing confirmed stable and secure application performance.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fa2b13680_0_6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g3dfa2b13680_0_6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3dfa2b13680_0_66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Integration of AI-based task suggestions.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Development of a dedicated mobile application.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Collaboration features for group projects.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Advanced analytics and performance tracking.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fa2b13680_0_73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dfa2b13680_0_7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dfa2b13680_0_73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TaskMaster successfully addresses the problem of academic task management.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project demonstrates the use of modern web technologies.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system is scalable, secure, and user-friendly.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Future enhancements can further improve productivity and collaboration.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