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9144000"/>
  <p:notesSz cx="7559675" cy="106918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gPYNpEdVT0+xUDxkTHdFJdPcKC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281488" y="0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:notes"/>
          <p:cNvSpPr txBox="1"/>
          <p:nvPr>
            <p:ph idx="12" type="sldNum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2" name="Google Shape;82;p1:notes"/>
          <p:cNvSpPr txBox="1"/>
          <p:nvPr>
            <p:ph idx="11" type="ftr"/>
          </p:nvPr>
        </p:nvSpPr>
        <p:spPr>
          <a:xfrm>
            <a:off x="0" y="10155238"/>
            <a:ext cx="3276600" cy="5365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Name of the faculty [Group: G00] [Sem:2nd]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fa2b13680_0_2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g3dfa2b13680_0_2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fa2b13680_0_10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dfa2b13680_0_10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fa2b13680_0_17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g3dfa2b13680_0_17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fa2b13680_0_24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dfa2b13680_0_24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fa2b13680_0_31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dfa2b13680_0_31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dfa2b13680_0_38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dfa2b13680_0_38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fa2b13680_0_45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dfa2b13680_0_45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fa2b13680_0_52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dfa2b13680_0_52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fa2b13680_0_59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g3dfa2b13680_0_59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dfa2b13680_0_66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dfa2b13680_0_66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fa2b13680_0_73:notes"/>
          <p:cNvSpPr txBox="1"/>
          <p:nvPr>
            <p:ph idx="1" type="body"/>
          </p:nvPr>
        </p:nvSpPr>
        <p:spPr>
          <a:xfrm>
            <a:off x="755650" y="5145088"/>
            <a:ext cx="6048300" cy="4210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dfa2b13680_0_73:notes"/>
          <p:cNvSpPr/>
          <p:nvPr>
            <p:ph idx="2" type="sldImg"/>
          </p:nvPr>
        </p:nvSpPr>
        <p:spPr>
          <a:xfrm>
            <a:off x="1374775" y="1336675"/>
            <a:ext cx="4810200" cy="3608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:notes"/>
          <p:cNvSpPr txBox="1"/>
          <p:nvPr>
            <p:ph idx="1" type="body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:notes"/>
          <p:cNvSpPr/>
          <p:nvPr>
            <p:ph idx="2" type="sldImg"/>
          </p:nvPr>
        </p:nvSpPr>
        <p:spPr>
          <a:xfrm>
            <a:off x="1374775" y="1336675"/>
            <a:ext cx="4810125" cy="36083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"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"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8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subTitle"/>
          </p:nvPr>
        </p:nvSpPr>
        <p:spPr>
          <a:xfrm>
            <a:off x="0" y="0"/>
            <a:ext cx="5486040" cy="4238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2" type="body"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" type="body"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3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3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" name="Google Shape;63;p14"/>
          <p:cNvSpPr txBox="1"/>
          <p:nvPr>
            <p:ph idx="2" type="body"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2" type="body"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3" type="body"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idx="4" type="body"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0" y="0"/>
            <a:ext cx="5486040" cy="914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2" type="body"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3" type="body"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4" type="body"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5" type="body"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6" type="body"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image" Target="../media/image2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/>
          <p:nvPr/>
        </p:nvSpPr>
        <p:spPr>
          <a:xfrm>
            <a:off x="0" y="0"/>
            <a:ext cx="9143640" cy="83772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4"/>
          <p:cNvSpPr/>
          <p:nvPr/>
        </p:nvSpPr>
        <p:spPr>
          <a:xfrm flipH="1" rot="10800000">
            <a:off x="0" y="6704640"/>
            <a:ext cx="9143640" cy="1976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LOGO.gif" id="12" name="Google Shape;12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3" name="Google Shape;13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oogle Shape;14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15" name="Google Shape;15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LOGO.gif" id="16" name="Google Shape;16;p4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logo.jpg" id="18" name="Google Shape;1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.gif" id="19" name="Google Shape;19;p4"/>
          <p:cNvPicPr preferRelativeResize="0"/>
          <p:nvPr/>
        </p:nvPicPr>
        <p:blipFill rotWithShape="1">
          <a:blip r:embed="rId1">
            <a:alphaModFix/>
          </a:blip>
          <a:srcRect b="10718" l="0" r="0" t="0"/>
          <a:stretch/>
        </p:blipFill>
        <p:spPr>
          <a:xfrm>
            <a:off x="6553080" y="228600"/>
            <a:ext cx="2057040" cy="63468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" name="Google Shape;20;p4"/>
          <p:cNvGrpSpPr/>
          <p:nvPr/>
        </p:nvGrpSpPr>
        <p:grpSpPr>
          <a:xfrm>
            <a:off x="6146640" y="0"/>
            <a:ext cx="2997000" cy="875880"/>
            <a:chOff x="6146640" y="0"/>
            <a:chExt cx="2997000" cy="875880"/>
          </a:xfrm>
        </p:grpSpPr>
        <p:sp>
          <p:nvSpPr>
            <p:cNvPr id="21" name="Google Shape;21;p4"/>
            <p:cNvSpPr/>
            <p:nvPr/>
          </p:nvSpPr>
          <p:spPr>
            <a:xfrm>
              <a:off x="6146640" y="0"/>
              <a:ext cx="2997000" cy="837720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LOGO.gif" id="22" name="Google Shape;22;p4"/>
            <p:cNvPicPr preferRelativeResize="0"/>
            <p:nvPr/>
          </p:nvPicPr>
          <p:blipFill rotWithShape="1">
            <a:blip r:embed="rId1">
              <a:alphaModFix/>
            </a:blip>
            <a:srcRect b="10718" l="0" r="0" t="0"/>
            <a:stretch/>
          </p:blipFill>
          <p:spPr>
            <a:xfrm>
              <a:off x="6553080" y="228600"/>
              <a:ext cx="2057040" cy="634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" name="Google Shape;23;p4"/>
            <p:cNvSpPr/>
            <p:nvPr/>
          </p:nvSpPr>
          <p:spPr>
            <a:xfrm>
              <a:off x="6527880" y="190440"/>
              <a:ext cx="2076120" cy="68544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logo.jpg" id="24" name="Google Shape;24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53080" y="228600"/>
            <a:ext cx="1920600" cy="60912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 txBox="1"/>
          <p:nvPr>
            <p:ph type="title"/>
          </p:nvPr>
        </p:nvSpPr>
        <p:spPr>
          <a:xfrm>
            <a:off x="0" y="0"/>
            <a:ext cx="64767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457200" y="13716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None/>
              <a:defRPr b="0" i="0" sz="1200" u="none" cap="none" strike="noStrik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0" y="840631"/>
            <a:ext cx="9144000" cy="53772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Presentation of CO-OP Project at Industry (Module-2) (22CS421)</a:t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TaskMaster</a:t>
            </a:r>
            <a:endParaRPr b="0" i="1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b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Sambhav Gupta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2210992236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Mr. Ashish Chawla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Engineering,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Chitkara University, Punjab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457200" y="0"/>
            <a:ext cx="6019560" cy="837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1" name="Google Shape;91;p2"/>
          <p:cNvSpPr txBox="1"/>
          <p:nvPr/>
        </p:nvSpPr>
        <p:spPr>
          <a:xfrm>
            <a:off x="164008" y="1109742"/>
            <a:ext cx="8838720" cy="48385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TaskMaster is a web-based student task and assignment management system.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platform helps students manage assignments, projects, exams, and deadlines efficiently.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project was developed using React, Vite, Tailwind CSS, and Supabase.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focuses on simplicity, accessibility, and productivity.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fa2b13680_0_2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g3dfa2b13680_0_2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g3dfa2b13680_0_2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Students often struggle to manage multiple academic tasks simultaneously.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Traditional planners are difficult to maintain and update regularly.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Generic task management tools do not provide academic-specific categorization.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Missed deadlines and poor organization negatively impact student performance.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fa2b13680_0_10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g3dfa2b13680_0_10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g3dfa2b13680_0_10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provide a centralized platform for academic task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allow students to create, edit, prioritize, and track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improve productivity through reminders and analytics.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To build a secure and scalable application using modern technologies.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fa2b13680_0_17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 Stack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g3dfa2b13680_0_17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2" name="Google Shape;112;g3dfa2b13680_0_17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Frontend: React.js with Vite for fast rendering and development.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Styling: Tailwind CSS and shadcn/ui for responsive UI design.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Backend &amp; Database: Supabase with PostgreSQL.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Authentication: Supabase Auth with secure login system.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State Management: TanStack Query for caching and synchronization.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fa2b13680_0_24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Architecture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g3dfa2b13680_0_24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g3dfa2b13680_0_24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follows a client-server architecture.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React frontend communicates securely with Supabase backend services.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Supabase manages authentication, database operations, and real-time updates.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HTTPS and JWT tokens are used for secure communication.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fa2b13680_0_31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Database Design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5" name="Google Shape;125;g3dfa2b13680_0_31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g3dfa2b13680_0_31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 one-to-many relationship exists between users and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Each task is uniquely identified using UUIDs.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database stores task details such as title, priority, category, and deadline.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Row-Level Security ensures that users access only their own data.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dfa2b13680_0_38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Features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2" name="Google Shape;132;g3dfa2b13680_0_38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g3dfa2b13680_0_38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User Authentication and Secure Login.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 Creation, Editing, Updating, and Deletion.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Priority and Category-based Task Organization.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Deadline Tracking and Automated Notifications.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Dashboard Analytics and Progress Monitoring.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dfa2b13680_0_45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Email Reminder System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g3dfa2b13680_0_45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0" name="Google Shape;140;g3dfa2b13680_0_45"/>
          <p:cNvSpPr txBox="1"/>
          <p:nvPr/>
        </p:nvSpPr>
        <p:spPr>
          <a:xfrm>
            <a:off x="164000" y="1240775"/>
            <a:ext cx="8838600" cy="47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reminder system is implemented using PostgreSQL pg_cron.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system checks upcoming deadlines every day.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Email notifications are automatically sent to students.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SMTP services are used for reliable email delivery.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fa2b13680_0_52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Implementation Modules</a:t>
            </a:r>
            <a:endParaRPr b="0" i="0" sz="30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g3dfa2b13680_0_52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g3dfa2b13680_0_52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Authentication Module for login and session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 Management Module for CRUD operations.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Analytics Dashboard for visualizing completed and pending tasks.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Notification Module for email reminders and alerts.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fa2b13680_0_59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Performance and Results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g3dfa2b13680_0_59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3dfa2b13680_0_59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application provides fast page loading using Vite optimization.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Optimistic UI updates ensure smooth user interaction.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Responsive design allows usage across desktop and mobile devices.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Testing confirmed stable and secure application performance.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fa2b13680_0_66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0" name="Google Shape;160;g3dfa2b13680_0_66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g3dfa2b13680_0_66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Integration of AI-based task suggestions.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Development of a dedicated mobile application.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Collaboration features for group projects.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Advanced analytics and performance tracking.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dfa2b13680_0_73"/>
          <p:cNvSpPr txBox="1"/>
          <p:nvPr/>
        </p:nvSpPr>
        <p:spPr>
          <a:xfrm>
            <a:off x="457200" y="0"/>
            <a:ext cx="6019500" cy="8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7" name="Google Shape;167;g3dfa2b13680_0_73"/>
          <p:cNvSpPr txBox="1"/>
          <p:nvPr/>
        </p:nvSpPr>
        <p:spPr>
          <a:xfrm>
            <a:off x="6553080" y="6356520"/>
            <a:ext cx="2133300" cy="36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g3dfa2b13680_0_73"/>
          <p:cNvSpPr txBox="1"/>
          <p:nvPr/>
        </p:nvSpPr>
        <p:spPr>
          <a:xfrm>
            <a:off x="164008" y="1109742"/>
            <a:ext cx="8838600" cy="48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TaskMaster successfully addresses the problem of academic task management.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project demonstrates the use of modern web technologies.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The system is scalable, secure, and user-friendly.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2100">
                <a:latin typeface="Calibri"/>
                <a:ea typeface="Calibri"/>
                <a:cs typeface="Calibri"/>
                <a:sym typeface="Calibri"/>
              </a:rPr>
              <a:t>Future enhancements can further improve productivity and collaboration.</a:t>
            </a:r>
            <a:endParaRPr sz="21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1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"/>
          <p:cNvSpPr txBox="1"/>
          <p:nvPr/>
        </p:nvSpPr>
        <p:spPr>
          <a:xfrm>
            <a:off x="1297577" y="2821578"/>
            <a:ext cx="6705599" cy="14107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5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0" i="0" sz="5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2010-04-09T07:36:15Z</dcterms:created>
  <dc:creator>ABC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mpany">
    <vt:lpwstr>CCC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On-screen Show (4:3)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37</vt:i4>
  </property>
  <property fmtid="{D5CDD505-2E9C-101B-9397-08002B2CF9AE}" pid="13" name="ContentTypeId">
    <vt:lpwstr>0x010100096F1BF43DDE004485E7A868D137D60A</vt:lpwstr>
  </property>
</Properties>
</file>