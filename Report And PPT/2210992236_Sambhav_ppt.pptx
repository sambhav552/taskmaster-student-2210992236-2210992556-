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9144000"/>
  <p:notesSz cx="7559675" cy="106918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gPYNpEdVT0+xUDxkTHdFJdPcKC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281488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:notes"/>
          <p:cNvSpPr txBox="1"/>
          <p:nvPr>
            <p:ph idx="12" type="sldNum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:notes"/>
          <p:cNvSpPr txBox="1"/>
          <p:nvPr>
            <p:ph idx="11" type="ftr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Name of the faculty [Group: G00] [Sem:2nd]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fa2b13680_0_2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g3dfa2b13680_0_2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fa2b13680_0_10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dfa2b13680_0_10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fa2b13680_0_17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g3dfa2b13680_0_17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fa2b13680_0_24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dfa2b13680_0_24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fa2b13680_0_31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dfa2b13680_0_31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fa2b13680_0_38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dfa2b13680_0_38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fa2b13680_0_45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dfa2b13680_0_45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fa2b13680_0_52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dfa2b13680_0_52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fa2b13680_0_59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g3dfa2b13680_0_59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fa2b13680_0_66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dfa2b13680_0_66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fa2b13680_0_73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dfa2b13680_0_73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:notes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:notes"/>
          <p:cNvSpPr/>
          <p:nvPr>
            <p:ph idx="2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"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"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8"/>
          <p:cNvSpPr txBox="1"/>
          <p:nvPr>
            <p:ph idx="2"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2"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3"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"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3"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3"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14"/>
          <p:cNvSpPr txBox="1"/>
          <p:nvPr>
            <p:ph idx="2"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3"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5"/>
          <p:cNvSpPr txBox="1"/>
          <p:nvPr>
            <p:ph idx="4"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2"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3"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4"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5"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6"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1.png"/><Relationship Id="rId2" Type="http://schemas.openxmlformats.org/officeDocument/2006/relationships/image" Target="../media/image2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4"/>
          <p:cNvSpPr/>
          <p:nvPr/>
        </p:nvSpPr>
        <p:spPr>
          <a:xfrm flipH="1" rot="10800000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LOGO.gif" id="12" name="Google Shape;12;p4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13" name="Google Shape;13;p4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4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5" name="Google Shape;15;p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LOGO.gif" id="16" name="Google Shape;16;p4"/>
            <p:cNvPicPr preferRelativeResize="0"/>
            <p:nvPr/>
          </p:nvPicPr>
          <p:blipFill rotWithShape="1">
            <a:blip r:embed="rId1">
              <a:alphaModFix/>
            </a:blip>
            <a:srcRect b="10718" l="0" r="0" t="0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4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logo.jpg" id="18" name="Google Shape;1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19" name="Google Shape;19;p4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4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21" name="Google Shape;21;p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LOGO.gif" id="22" name="Google Shape;22;p4"/>
            <p:cNvPicPr preferRelativeResize="0"/>
            <p:nvPr/>
          </p:nvPicPr>
          <p:blipFill rotWithShape="1">
            <a:blip r:embed="rId1">
              <a:alphaModFix/>
            </a:blip>
            <a:srcRect b="10718" l="0" r="0" t="0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Google Shape;23;p4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logo.jpg" id="24" name="Google Shape;2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 txBox="1"/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 of CO-OP Project at Industry (Module-2) (22CS421)</a:t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TaskMaster</a:t>
            </a:r>
            <a:endParaRPr b="0" i="1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b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Sambhav Gupta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2210992236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Mr. Ashish Kumar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Chitkara University, Punjab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TaskMaster is a web-based student task and assignment management system.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platform helps students manage assignments, projects, exams, and deadlines efficiently.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project was developed using React, Vite, Tailwind CSS, and Supabase.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application focuses on simplicity, accessibility, and productivity.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fa2b13680_0_2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g3dfa2b13680_0_2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g3dfa2b13680_0_2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Students often struggle to manage multiple academic tasks simultaneously.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Traditional planners are difficult to maintain and update regularly.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Generic task management tools do not provide academic-specific categorization.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Missed deadlines and poor organization negatively impact student performance.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fa2b13680_0_10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g3dfa2b13680_0_10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g3dfa2b13680_0_10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provide a centralized platform for academic task management.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allow students to create, edit, prioritize, and track tasks.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improve productivity through reminders and analytics.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build a secure and scalable application using modern technologies.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fa2b13680_0_17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 Stack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g3dfa2b13680_0_17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g3dfa2b13680_0_17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Frontend: React.js with Vite for fast rendering and development.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Styling: Tailwind CSS and shadcn/ui for responsive UI design.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Backend &amp; Database: Supabase with PostgreSQL.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Authentication: Supabase Auth with secure login system.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State Management: TanStack Query for caching and synchronization.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fa2b13680_0_24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8" name="Google Shape;118;g3dfa2b13680_0_24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" name="Google Shape;119;g3dfa2b13680_0_24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application follows a client-server architecture.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React frontend communicates securely with Supabase backend services.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Supabase manages authentication, database operations, and real-time updates.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HTTPS and JWT tokens are used for secure communication.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fa2b13680_0_31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Database Design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5" name="Google Shape;125;g3dfa2b13680_0_31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g3dfa2b13680_0_31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 one-to-many relationship exists between users and tasks.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Each task is uniquely identified using UUIDs.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database stores task details such as title, priority, category, and deadline.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Row-Level Security ensures that users access only their own data.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fa2b13680_0_38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Features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2" name="Google Shape;132;g3dfa2b13680_0_38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g3dfa2b13680_0_38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User Authentication and Secure Login.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 Creation, Editing, Updating, and Deletion.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Priority and Category-based Task Organization.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Deadline Tracking and Automated Notifications.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Dashboard Analytics and Progress Monitoring.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fa2b13680_0_45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Email Reminder System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g3dfa2b13680_0_45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0" name="Google Shape;140;g3dfa2b13680_0_45"/>
          <p:cNvSpPr txBox="1"/>
          <p:nvPr/>
        </p:nvSpPr>
        <p:spPr>
          <a:xfrm>
            <a:off x="164000" y="1240775"/>
            <a:ext cx="8838600" cy="47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reminder system is implemented using PostgreSQL pg_cron.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system checks upcoming deadlines every day.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Email notifications are automatically sent to students.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SMTP services are used for reliable email delivery.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fa2b13680_0_52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Modules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g3dfa2b13680_0_52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7" name="Google Shape;147;g3dfa2b13680_0_52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Authentication Module for login and session management.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 Management Module for CRUD operations.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Analytics Dashboard for visualizing completed and pending tasks.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Notification Module for email reminders and alerts.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fa2b13680_0_59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and Results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g3dfa2b13680_0_59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3dfa2b13680_0_59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application provides fast page loading using Vite optimization.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Optimistic UI updates ensure smooth user interaction.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Responsive design allows usage across desktop and mobile devices.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Testing confirmed stable and secure application performance.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fa2b13680_0_66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0" name="Google Shape;160;g3dfa2b13680_0_66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" name="Google Shape;161;g3dfa2b13680_0_66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Integration of AI-based task suggestions.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Development of a dedicated mobile application.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Collaboration features for group projects.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Advanced analytics and performance tracking.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fa2b13680_0_73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7" name="Google Shape;167;g3dfa2b13680_0_73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g3dfa2b13680_0_73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TaskMaster successfully addresses the problem of academic task management.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project demonstrates the use of modern web technologies.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system is scalable, secure, and user-friendly.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Future enhancements can further improve productivity and collaboration.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b="0" i="0" sz="5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2010-04-09T07:36:15Z</dcterms:created>
  <dc:creator>ABC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